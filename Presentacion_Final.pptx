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73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3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6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7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4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2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9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33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3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89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470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7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53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979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00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93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Proyecto: Tienda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Sistema web de </a:t>
            </a:r>
            <a:r>
              <a:rPr dirty="0" err="1"/>
              <a:t>comercio</a:t>
            </a:r>
            <a:r>
              <a:rPr dirty="0"/>
              <a:t> </a:t>
            </a:r>
            <a:r>
              <a:rPr dirty="0" err="1"/>
              <a:t>electrónico</a:t>
            </a:r>
            <a:r>
              <a:rPr dirty="0"/>
              <a:t> que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comprar</a:t>
            </a:r>
            <a:r>
              <a:rPr dirty="0"/>
              <a:t> y vender </a:t>
            </a:r>
            <a:r>
              <a:rPr dirty="0" err="1"/>
              <a:t>productos</a:t>
            </a:r>
            <a:r>
              <a:rPr dirty="0"/>
              <a:t> de forma </a:t>
            </a:r>
            <a:r>
              <a:rPr dirty="0" err="1"/>
              <a:t>sencilla</a:t>
            </a:r>
            <a:r>
              <a:rPr dirty="0"/>
              <a:t> y </a:t>
            </a:r>
            <a:r>
              <a:rPr dirty="0" err="1"/>
              <a:t>segura</a:t>
            </a:r>
            <a:r>
              <a:rPr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920BBE-4996-6B8D-5A24-B4CF8613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636" y="3272301"/>
            <a:ext cx="3175782" cy="317578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que resuelve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Amplía el alcance del negocio</a:t>
            </a:r>
          </a:p>
          <a:p>
            <a:r>
              <a:t>• Permite vender las 24 horas</a:t>
            </a:r>
          </a:p>
          <a:p>
            <a:r>
              <a:t>• Mejora la administración de ventas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Usuarios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Cliente: busca, selecciona y compra productos.</a:t>
            </a:r>
          </a:p>
          <a:p>
            <a:r>
              <a:t>Administrador: gestiona productos, pedidos y stock.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Registro de usuarios</a:t>
            </a:r>
          </a:p>
          <a:p>
            <a:r>
              <a:t>• Catálogo de productos</a:t>
            </a:r>
          </a:p>
          <a:p>
            <a:r>
              <a:t>• Carrito de compras</a:t>
            </a:r>
          </a:p>
          <a:p>
            <a:r>
              <a:t>• Gestión de pedidos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 y una base de datos para almacenar la información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Aumento de ventas, mejor organización, mayor comodidad del cliente y mejor imagen del negocio.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Interfaz simple, intuitiva y adaptable a computadoras y dispositivos móviles.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Costos y viabilidad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Incluye gastos de desarrollo, dominio, hosting y mantenimiento. Es un proyecto viable y escalable.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tienda online mejora la experiencia de compra y permite una gestión más eficiente del negocio.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171</Words>
  <Application>Microsoft Office PowerPoint</Application>
  <PresentationFormat>Presentación en pantalla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Proyecto: Tienda Online</vt:lpstr>
      <vt:lpstr>Problema que resuelve</vt:lpstr>
      <vt:lpstr>Usuarios del sistema</vt:lpstr>
      <vt:lpstr>Funciones principales</vt:lpstr>
      <vt:lpstr>Tecnologías</vt:lpstr>
      <vt:lpstr>Beneficios</vt:lpstr>
      <vt:lpstr>Diseño del sistema</vt:lpstr>
      <vt:lpstr>Costos y viabilidad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Ulises J</cp:lastModifiedBy>
  <cp:revision>5</cp:revision>
  <dcterms:created xsi:type="dcterms:W3CDTF">2013-01-27T09:14:16Z</dcterms:created>
  <dcterms:modified xsi:type="dcterms:W3CDTF">2026-06-17T22:35:42Z</dcterms:modified>
  <cp:category/>
</cp:coreProperties>
</file>